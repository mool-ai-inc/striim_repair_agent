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33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Logo sits top-left in the reserved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here. Let the silence sit for a second after 'that is the whole message'.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colour flip. This is the turn in the story - stop talking about the alert everyone knows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line to land. Say it slowly, then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6E37B-779C-FCAA-238C-ED0B40C388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10448777" y="-497712"/>
            <a:ext cx="581899" cy="22700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6868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MoolAI</a:t>
            </a:r>
            <a:r>
              <a:rPr lang="en-US" sz="6200" b="1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×  </a:t>
            </a: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Striim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868680" y="3749040"/>
            <a:ext cx="1828800" cy="0"/>
          </a:xfrm>
          <a:prstGeom prst="line">
            <a:avLst/>
          </a:prstGeom>
          <a:noFill/>
          <a:ln w="381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404164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both ends.  Repairs what it can.  Refuses what it shouldn't.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SRE 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6868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3:04 AM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phone buzzes. One line of text.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61188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300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 orders_to_warehouse  HALTED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the whole message.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440680"/>
            <a:ext cx="137160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answers the rest of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MoolAI   ·   Pipeline SRE Agent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NIGHT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tells you what stopped. Never why.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 O U R   P R O B L E M S ,   O N E   W O R 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642616"/>
            <a:ext cx="32004" cy="56692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target database rebooted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16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wait, then resume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32004" cy="56692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3924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password expired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 must renew 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215384"/>
            <a:ext cx="32004" cy="56692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4178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 the target refuses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489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restarting fails identically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5001768"/>
            <a:ext cx="32004" cy="56692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49651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source file was deleted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276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it first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9320" y="2103120"/>
            <a:ext cx="0" cy="35661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21214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O   S O M E B O D Y   G O E S   A N D   L O O K 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25786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5D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2706624"/>
            <a:ext cx="118872" cy="118872"/>
          </a:xfrm>
          <a:prstGeom prst="ellipse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74636" y="2825496"/>
            <a:ext cx="0" cy="2743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80960" y="2578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alert arrives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30815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3209544"/>
            <a:ext cx="118872" cy="118872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374636" y="3328416"/>
            <a:ext cx="0" cy="2743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80960" y="3081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Wakes, finds a laptop, connects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35844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0" y="3712464"/>
            <a:ext cx="118872" cy="118872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374636" y="3831336"/>
            <a:ext cx="0" cy="2743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680960" y="3584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Monitoring, stores, checkpoints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0" y="40873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00:26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0" y="4215384"/>
            <a:ext cx="118872" cy="118872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374636" y="4334256"/>
            <a:ext cx="0" cy="2743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680960" y="40873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out which of the four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0" y="45902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5200" y="4718304"/>
            <a:ext cx="118872" cy="118872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374636" y="4837176"/>
            <a:ext cx="0" cy="2743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680960" y="45902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one command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400800" y="50932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15200" y="5221224"/>
            <a:ext cx="118872" cy="118872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680960" y="5093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it held. Back to bed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400800" y="5650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35 minutes — only the first line was automatic.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6053328"/>
            <a:ext cx="50292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 good share of the time, nothing was actually wrong.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the problem</a:t>
            </a:r>
            <a:endParaRPr lang="en-US" sz="50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see.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097280" y="397764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A1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spent two weeks breaking pipelines on purpose. The expensive ones make no noise at all.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9164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HIDDEN COST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obvious fix can double your data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pipeline stops. Someone restarts it — the reasonable thing to do. For a file source, that can mean reading the whole file again.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2542032" cy="2011680"/>
          </a:xfrm>
          <a:prstGeom prst="roundRect">
            <a:avLst>
              <a:gd name="adj" fmla="val 227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5D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stops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something breaks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83864" y="2743200"/>
            <a:ext cx="2542032" cy="2011680"/>
          </a:xfrm>
          <a:prstGeom prst="roundRect">
            <a:avLst>
              <a:gd name="adj" fmla="val 227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12464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5D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12464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restarts it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12464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reasonable move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81928" y="2743200"/>
            <a:ext cx="2542032" cy="2011680"/>
          </a:xfrm>
          <a:prstGeom prst="roundRect">
            <a:avLst>
              <a:gd name="adj" fmla="val 227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10528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5D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row lands again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0528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target appends; it has no key to match 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79992" y="2743200"/>
            <a:ext cx="2542032" cy="2011680"/>
          </a:xfrm>
          <a:prstGeom prst="roundRect">
            <a:avLst>
              <a:gd name="adj" fmla="val 2273"/>
            </a:avLst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308592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08592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fires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08592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healthy, counts sensible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6053328"/>
            <a:ext cx="50292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finds out until a number is impossible — usually weeks later.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9164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HIDDEN COST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is watching the far end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deleted the destination mid-run, to see what would happen.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2542032" cy="77724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alert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83864" y="2788920"/>
            <a:ext cx="2542032" cy="77724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83864" y="278892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error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81928" y="2788920"/>
            <a:ext cx="2542032" cy="77724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81928" y="278892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 change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79992" y="2788920"/>
            <a:ext cx="2542032" cy="77724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079992" y="278892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rejected rows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carried on reporting that it was fine — because from where it stands, it was. It had done its work. Nobody had asked whether the work had landed.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4754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Striim watches the side it reads from.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5800" y="6053328"/>
            <a:ext cx="50292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check the counts instead. That is the next thing that fails.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9164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HIDDEN COST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counts agree. The data is wrong.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obvious defence: if the same number went in as came out, everything must be fine.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61488"/>
            <a:ext cx="5212080" cy="2011680"/>
          </a:xfrm>
          <a:prstGeom prst="roundRect">
            <a:avLst>
              <a:gd name="adj" fmla="val 227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29900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H A T   S T R I I M   R E P O R T E 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33558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9,900 in   ·   9,900 out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Perfectly reconciled.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761488"/>
            <a:ext cx="5212080" cy="2011680"/>
          </a:xfrm>
          <a:prstGeom prst="roundRect">
            <a:avLst>
              <a:gd name="adj" fmla="val 2273"/>
            </a:avLst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37960" y="299008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3A1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H A T   W A S   A C T U A L L Y   T H E R 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37960" y="33558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1,900 rows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37960" y="40416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1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had been removed. Nothing counts what is there now.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937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counters were not lying. 9,900 records really were written that day. They measure work performed, not data present.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5800" y="6053328"/>
            <a:ext cx="50292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is the same sentence, three times over.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69748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Striim tells you what it did.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tells you what ended up</a:t>
            </a:r>
            <a:endParaRPr lang="en-US" sz="44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your database.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85800" y="4892040"/>
            <a:ext cx="2011680" cy="0"/>
          </a:xfrm>
          <a:prstGeom prst="line">
            <a:avLst/>
          </a:prstGeom>
          <a:noFill/>
          <a:ln w="381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those findings is the same gap seen from a different angle.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70332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we built the thing that asks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sits beside your pipelines — never in the data path — and answers the questions nobody is asking.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3291840" cy="32004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Striim's control plane and both databases. It compares the two ends — the question Striim itself never asks.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2788920"/>
            <a:ext cx="3291840" cy="32004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REPAIRS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34747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defined set of faults, on its own, then checks that data actually moved. Not that the status says running.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291840" cy="32004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924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34747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restarting would duplicate your data or fail identically, it stops and says why — in writing, for whoever is on call.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6053328"/>
            <a:ext cx="50292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 is one, unedited, from a real pipeline this week.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70332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column vanished. It fixed it.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to Postgres, live. A column was dropped from the destination.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10744200" cy="2331720"/>
          </a:xfrm>
          <a:prstGeom prst="roundRect">
            <a:avLst>
              <a:gd name="adj" fmla="val 235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5D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orders_to_warehouse</a:t>
            </a:r>
            <a:r>
              <a:rPr lang="en-US" sz="1900" b="1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fixed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target was missing the “order_total” column, so every write failed.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did:    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order_total (numeric), backfilled the rows it had never seen, resumed
</a:t>
            </a:r>
            <a:r>
              <a:rPr lang="en-US" sz="160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  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and target back in step, checkpoint advancing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5120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human touched it. It worked out the exact statement from the source's own schema, ran it, refilled the rows, and started the pipeline again.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6053328"/>
            <a:ext cx="50292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when it should not act, it says so instead.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70332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half that matters more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can restart a pipeline. The product is knowing when not 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10744200" cy="1691640"/>
          </a:xfrm>
          <a:prstGeom prst="roundRect">
            <a:avLst>
              <a:gd name="adj" fmla="val 3243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0104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E85D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orders_to_warehouse</a:t>
            </a:r>
            <a:r>
              <a:rPr lang="en-US" sz="1900" b="1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stopped, not safe to restart
</a:t>
            </a: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The saved position points into a file that is no longer there. Restarting would read it from the beginning and write every row a second time.
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the source file, then I will resume and verify.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4572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Striim's own auto-resume would have retried twice here, and duplicated the table both times. No alert would ever have fired.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6053328"/>
            <a:ext cx="502920" cy="0"/>
          </a:xfrm>
          <a:prstGeom prst="line">
            <a:avLst/>
          </a:prstGeom>
          <a:noFill/>
          <a:ln w="25400">
            <a:solidFill>
              <a:srgbClr val="E85D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guardrail like that lives in code, not in the model's judgement.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9164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69748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703320" y="384048"/>
            <a:ext cx="896112" cy="41148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703320" y="475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5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Built, measured, ready to run dark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32004" cy="960120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AGAINST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developer cluster. File readers, Postgres CDC, and read-only against other teams' Oracle, Salesforce and BigQuery pipelines. New connectors map onto existing behaviour classes; one it does not recognise says so rather than guessing.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520440"/>
            <a:ext cx="32004" cy="960120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IS TESTED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226 tests needing no cluster, no database and no API key. Several hand the model a confidently wrong answer on purpose and assert that the code overrules 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32004" cy="960120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012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D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ASK FOR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4754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Slack channel, read access, and a week of running against your own pipelines — printing everything it would have done and changing nothing.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85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6868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Striim tells you what it did.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MoolAI agent tells you what is true.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E8E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MoolAI   ·   Pipeline SRE Agent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1128</Words>
  <Application>Microsoft Office PowerPoint</Application>
  <PresentationFormat>Widescreen</PresentationFormat>
  <Paragraphs>134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pipeline that said it was fine</dc:title>
  <dc:subject>PptxGenJS Presentation</dc:subject>
  <dc:creator>MoolAI</dc:creator>
  <cp:lastModifiedBy>Sarah Madhavan Konety</cp:lastModifiedBy>
  <cp:revision>3</cp:revision>
  <dcterms:created xsi:type="dcterms:W3CDTF">2026-08-10T06:07:54Z</dcterms:created>
  <dcterms:modified xsi:type="dcterms:W3CDTF">2026-08-26T20:50:33Z</dcterms:modified>
</cp:coreProperties>
</file>